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Management API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Real Working &amp; Output Screenshots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UI — All API Endpoints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13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Registration — Working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16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Login Returns a JWT Token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20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Authorized Request with Bearer Token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18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Comment on a Post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30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Liking a Post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35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&amp; Search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pagination SEARCH p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Limit Enforcement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wagger_post_limit_excee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 Endpoint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wagger_subscriptions_pl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Invoice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generated_invoice_premi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 — Billing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django_admin_billing_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ER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database_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 — Users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52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 — Posts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51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 — Comments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49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 — Likes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screen shots/Screenshot (350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Email Notification Received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Blog Management API/blog_api/screenshots/Screenshot (366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Endpoint — Plan Limit Reached (403)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Endpoint — Full Response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Created Successfully (201)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Limit Reached — Plan Enforcement (403)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 — Basic &amp; Premium Limits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Post — Already Liked (409 Conflict)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Change — Invoice Generated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Email — Post Liked Notification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Email — New Comment Notification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Post — Subscription-Gated Endpoint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Login Endpoint — Request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 to Plan — Endpoint Documentation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 — Public Endpoint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on Post — Plan Limit Documentation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Post — Plan Limit Documentation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10543032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4" name="Image 0" descr="C:/Users/ADMINI~1/AppData/Local/Temp/claude/c--Blog-Management-API/c72334a6-c790-40ad-9e47-10af023edcbc/images/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1307592"/>
            <a:ext cx="10213848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Management API — Demo Complete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2026-09-21T13:44:31Z</dcterms:created>
  <dcterms:modified xsi:type="dcterms:W3CDTF">2026-09-21T13:44:31Z</dcterms:modified>
</cp:coreProperties>
</file>