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lists the new AI Support endpoints</a:t>
            </a:r>
            <a:endParaRPr lang="en-US" sz="2800" dirty="0"/>
          </a:p>
        </p:txBody>
      </p:sp>
      <p:pic>
        <p:nvPicPr>
          <p:cNvPr id="3" name="Image 0" descr="Swagger lists the new AI Support end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21180"/>
            <a:ext cx="11277295" cy="13928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/api/ai-support/ returns an FAQ answer (200)</a:t>
            </a:r>
            <a:endParaRPr lang="en-US" sz="2800" dirty="0"/>
          </a:p>
        </p:txBody>
      </p:sp>
      <p:pic>
        <p:nvPicPr>
          <p:cNvPr id="3" name="Image 0" descr="POST /api/ai-support/ returns an FAQ answer (20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615" y="1188720"/>
            <a:ext cx="912646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question receives the fallback response</a:t>
            </a:r>
            <a:endParaRPr lang="en-US" sz="2800" dirty="0"/>
          </a:p>
        </p:txBody>
      </p:sp>
      <p:pic>
        <p:nvPicPr>
          <p:cNvPr id="3" name="Image 0" descr="Unknown question receives the fallback respo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62" y="1188720"/>
            <a:ext cx="9257971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message is rejected with a validation error (422)</a:t>
            </a:r>
            <a:endParaRPr lang="en-US" sz="2800" dirty="0"/>
          </a:p>
        </p:txBody>
      </p:sp>
      <p:pic>
        <p:nvPicPr>
          <p:cNvPr id="3" name="Image 0" descr="Blank message is rejected with a validation error (42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592" y="1188720"/>
            <a:ext cx="7334511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without login is rejected (401)</a:t>
            </a:r>
            <a:endParaRPr lang="en-US" sz="2800" dirty="0"/>
          </a:p>
        </p:txBody>
      </p:sp>
      <p:pic>
        <p:nvPicPr>
          <p:cNvPr id="3" name="Image 0" descr="Request without login is rejected (40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895" y="1188720"/>
            <a:ext cx="8849906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/api/ai-support/history/ returns the user's history, newest first</a:t>
            </a:r>
            <a:endParaRPr lang="en-US" sz="2800" dirty="0"/>
          </a:p>
        </p:txBody>
      </p:sp>
      <p:pic>
        <p:nvPicPr>
          <p:cNvPr id="3" name="Image 0" descr="GET /api/ai-support/history/ returns the user's history, newest fir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5261" y="1188720"/>
            <a:ext cx="7301172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the floating AI Support chat button</a:t>
            </a:r>
            <a:endParaRPr lang="en-US" sz="2800" dirty="0"/>
          </a:p>
        </p:txBody>
      </p:sp>
      <p:pic>
        <p:nvPicPr>
          <p:cNvPr id="3" name="Image 0" descr="Dashboard with the floating AI Support chat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window opens with previous chat history loaded</a:t>
            </a:r>
            <a:endParaRPr lang="en-US" sz="2800" dirty="0"/>
          </a:p>
        </p:txBody>
      </p:sp>
      <p:pic>
        <p:nvPicPr>
          <p:cNvPr id="3" name="Image 0" descr="Chat window opens with previous chat history loa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indicator while waiting for the AI response</a:t>
            </a:r>
            <a:endParaRPr lang="en-US" sz="2800" dirty="0"/>
          </a:p>
        </p:txBody>
      </p:sp>
      <p:pic>
        <p:nvPicPr>
          <p:cNvPr id="3" name="Image 0" descr="Loading indicator while waiting for the AI respo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answer displayed in the chat</a:t>
            </a:r>
            <a:endParaRPr lang="en-US" sz="2800" dirty="0"/>
          </a:p>
        </p:txBody>
      </p:sp>
      <p:pic>
        <p:nvPicPr>
          <p:cNvPr id="3" name="Image 0" descr="FAQ answer displayed in the 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answer displayed for an unknown question</a:t>
            </a:r>
            <a:endParaRPr lang="en-US" sz="2800" dirty="0"/>
          </a:p>
        </p:txBody>
      </p:sp>
      <p:pic>
        <p:nvPicPr>
          <p:cNvPr id="3" name="Image 0" descr="Fallback answer displayed for an unknown 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 message when a request fails</a:t>
            </a:r>
            <a:endParaRPr lang="en-US" sz="2800" dirty="0"/>
          </a:p>
        </p:txBody>
      </p:sp>
      <p:pic>
        <p:nvPicPr>
          <p:cNvPr id="3" name="Image 0" descr="Friendly error message when a request f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view: chat fits the full screen</a:t>
            </a:r>
            <a:endParaRPr lang="en-US" sz="2800" dirty="0"/>
          </a:p>
        </p:txBody>
      </p:sp>
      <p:pic>
        <p:nvPicPr>
          <p:cNvPr id="3" name="Image 0" descr="Mobile view: chat fits the full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072" y="1188720"/>
            <a:ext cx="2429552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widget follows the dashboard's dark mode</a:t>
            </a:r>
            <a:endParaRPr lang="en-US" sz="2800" dirty="0"/>
          </a:p>
        </p:txBody>
      </p:sp>
      <p:pic>
        <p:nvPicPr>
          <p:cNvPr id="3" name="Image 0" descr="Chat widget follows the dashboard's dark m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records stored in the PostgreSQL database</a:t>
            </a:r>
            <a:endParaRPr lang="en-US" sz="2800" dirty="0"/>
          </a:p>
        </p:txBody>
      </p:sp>
      <p:pic>
        <p:nvPicPr>
          <p:cNvPr id="3" name="Image 0" descr="Chat records stored in the PostgreSQL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10222"/>
            <a:ext cx="11277295" cy="301479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test suite: 847 tests passed</a:t>
            </a:r>
            <a:endParaRPr lang="en-US" sz="2800" dirty="0"/>
          </a:p>
        </p:txBody>
      </p:sp>
      <p:pic>
        <p:nvPicPr>
          <p:cNvPr id="3" name="Image 0" descr="Complete test suite: 847 tests pas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51656"/>
            <a:ext cx="11277295" cy="333192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Notification Center still works alongside the chat</a:t>
            </a:r>
            <a:endParaRPr lang="en-US" sz="2800" dirty="0"/>
          </a:p>
        </p:txBody>
      </p:sp>
      <p:pic>
        <p:nvPicPr>
          <p:cNvPr id="3" name="Image 0" descr="Existing Notification Center still works alongside the 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85" y="1188720"/>
            <a:ext cx="8758725" cy="5257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Support Chat - Screenshots</dc:title>
  <dc:subject>PptxGenJS Presentation</dc:subject>
  <dc:creator>PptxGenJS</dc:creator>
  <cp:lastModifiedBy>PptxGenJS</cp:lastModifiedBy>
  <cp:revision>1</cp:revision>
  <dcterms:created xsi:type="dcterms:W3CDTF">2026-09-24T12:28:21Z</dcterms:created>
  <dcterms:modified xsi:type="dcterms:W3CDTF">2026-09-24T12:28:21Z</dcterms:modified>
</cp:coreProperties>
</file>