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Every following slide shows one screenshot from blog_api/screenshots/scheduled_publishing.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post API endpoints identified during inspection
Source: screenshots/scheduled_publishing/step01_existing_post_endpoints.png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model with the new status, scheduled_at and published_at fields (part 1 of 2)
Source: screenshots/scheduled_publishing/step01_post_model.png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model with the new status, scheduled_at and published_at fields (part 2 of 2)
Source: screenshots/scheduled_publishing/step01_post_model.png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24 existing posts stay published, with published_at backfilled
Source: screenshots/scheduled_publishing/step02_existing_posts_backfilled.png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Migration f4a91c7e2b58 applied: new columns, check constraints and index
Source: screenshots/scheduled_publishing/step02_migration_applied.png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Swagger: PostCreate accepts publish_option and scheduled_at
Source: screenshots/scheduled_publishing/step03_swagger_PostCreate.png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Swagger: PostResponse now returns status, scheduled_at and published_at
Source: screenshots/scheduled_publishing/step03_swagger_PostResponse.png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Swagger: PostUpdate supports publishing options when editing
Source: screenshots/scheduled_publishing/step03_swagger_PostUpdate.png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Swagger: POST /posts documents the three publishing options
Source: screenshots/scheduled_publishing/step03_swagger_create_post_docs.png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/posts: Publish Now, Save as Draft and Schedule responses
Source: screenshots/scheduled_publishing/step04_create_publish_now_draft_schedule.png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 or missing scheduled_at is rejected with a clear 422 error
Source: screenshots/scheduled_publishing/step04_create_validation_errors.png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Unpublishing refused (409), other authors blocked (403), no login (401)
Source: screenshots/scheduled_publishing/step05_update_rejections_and_ownership.png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/posts: draft → scheduled → rescheduled → draft → published
Source: screenshots/scheduled_publishing/step05_update_transitions.png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Drafts and future scheduled posts are hidden from the public
Source: screenshots/scheduled_publishing/step06_public_visibility.png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 scheduler publishes the post automatically at its time
Source: screenshots/scheduled_publishing/step07_automatic_publishing.png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 signs in to the Inkwell web app
Source: screenshots/scheduled_publishing/step08_01_login.png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feed after signing in
Source: screenshots/scheduled_publishing/step08_02_feed_after_login.png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page: new Publishing options section, Publish Now by default
Source: screenshots/scheduled_publishing/step08_03_write_publish_now_default.png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 as Draft selected: scheduling fields stay hidden
Source: screenshots/scheduled_publishing/step08_04_write_save_as_draft_selected.png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 Post selected: date and time pickers appear
Source: screenshots/scheduled_publishing/step08_05_write_schedule_pickers.png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 date and time blocked with a clear validation message
Source: screenshots/scheduled_publishing/step08_06_schedule_past_time_error.png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date blocked: “Choose a date to schedule your story.”
Source: screenshots/scheduled_publishing/step08_07_schedule_missing_date_error.png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 future date and time chosen, local timezone shown
Source: screenshots/scheduled_publishing/step08_08_schedule_valid_time.png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scheduled: confirmation toast and Scheduled badge in My posts
Source: screenshots/scheduled_publishing/step08_09_scheduled_toast_my_posts.png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saved: “Only you can see it” confirmation
Source: screenshots/scheduled_publishing/step08_10_draft_saved_toast.png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Editing a scheduled post: Schedule Post pre-selected with its date and time
Source: screenshots/scheduled_publishing/step08_11_edit_scheduled_prefilled.png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Editing a published post: Save as Draft and Schedule Post are locked
Source: screenshots/scheduled_publishing/step08_12_edit_published_options_locked.png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view: publishing options and date/time pickers stack neatly
Source: screenshots/scheduled_publishing/step08_13_mobile_schedule.png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posts: Draft, Scheduled and Published badges with their dates
Source: screenshots/scheduled_publishing/step09_01_my_posts_statuses.png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user's search cannot find the scheduled post
Source: screenshots/scheduled_publishing/step09_02_other_user_search_hides_scheduled.png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posts with publishing status on mobile
Source: screenshots/scheduled_publishing/step09_03_my_posts_mobile.png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posts with publishing status on mobile in dark mode
Source: screenshots/scheduled_publishing/step09_04_my_posts_mobile_dark.png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review: every scheduling case returns a friendly message
Source: screenshots/scheduled_publishing/step10_validation_cases.png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scheduled-publishing test files pass
Source: screenshots/scheduled_publishing/step10_11_all_feature_test_files.png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test suite: checklist items 1–22 all pass
Source: screenshots/scheduled_publishing/step11_feature_tests.png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regression of existing features (part 1 of 2)
Source: screenshots/scheduled_publishing/step12_01_regression_existing_features.png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regression of existing features (part 2 of 2)
Source: screenshots/scheduled_publishing/step12_01_regression_existing_features.png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regression: all scheduled publishing checks pass (109/109)
Source: screenshots/scheduled_publishing/step12_02_regression_scheduled_publishing.png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project test suite: 1242 passed, 0 failed
Source: screenshots/scheduled_publishing/step12_03_full_test_suite.png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Documentation: SCHEDULED_PUBLISHING.md overview and workflow
Source: screenshots/scheduled_publishing/step13_01_documentation_overview.png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Documentation: publishing statuses, options and the create API
Source: screenshots/scheduled_publishing/step13_02_documentation_options_create.png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Documentation: visibility rules and the automatic publishing mechanism
Source: screenshots/scheduled_publishing/step13_03_documentation_scheduler.png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Documentation: API examples and the UI workflow
Source: screenshots/scheduled_publishing/step13_04_documentation_ui_workflow.png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Blog Publishing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screenshots · Blog Management API (Inkwell)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51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→  Scheduled  →  Published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screenshots across 13 steps · captured 28 September 2026 from the live app and PostgreSQL database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post API endpoints identified during inspection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3222" y="1097280"/>
            <a:ext cx="1068525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Existing post API endpoints identified during insp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374" y="1170432"/>
            <a:ext cx="1053894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 · Inspection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model with the new status, scheduled_at and published_at fields (part 1 of 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66338" y="1097280"/>
            <a:ext cx="8259019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Post model with the new status, scheduled_at and published_at fields (part 1 of 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490" y="1170432"/>
            <a:ext cx="8112715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 · Inspection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model with the new status, scheduled_at and published_at fields (part 2 of 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385059" y="1097280"/>
            <a:ext cx="7421577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Post model with the new status, scheduled_at and published_at fields (part 2 of 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8211" y="1170432"/>
            <a:ext cx="7275273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 · Inspection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24 existing posts stay published, with published_at backfilled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06238" y="1097280"/>
            <a:ext cx="1037922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All 24 existing posts stay published, with published_at backfil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90" y="1170432"/>
            <a:ext cx="10232916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2 · Database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f4a91c7e2b58 applied: new columns, check constraints and index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01104" y="1097280"/>
            <a:ext cx="8389486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Migration f4a91c7e2b58 applied: new columns, check constraints and ind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4256" y="1170432"/>
            <a:ext cx="8243182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2 · Database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Swagger: PostCreate accepts publish_option and scheduled_at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57096"/>
            <a:ext cx="11277295" cy="3555288"/>
          </a:xfrm>
          <a:prstGeom prst="roundRect">
            <a:avLst>
              <a:gd name="adj" fmla="val 2058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Swagger: PostCreate accepts publish_option and scheduled_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930248"/>
            <a:ext cx="11130991" cy="34089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3 · Schemas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Swagger: PostResponse now returns status, scheduled_at and published_at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8702" y="1097280"/>
            <a:ext cx="96342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Swagger: PostResponse now returns status, scheduled_at and published_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854" y="1170432"/>
            <a:ext cx="94879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3 · Schemas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Swagger: PostUpdate supports publishing options when editing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03518" y="1097280"/>
            <a:ext cx="10384659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Swagger: PostUpdate supports publishing options when edi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670" y="1170432"/>
            <a:ext cx="10238355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3 · Schemas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Swagger: POST /posts documents the three publishing options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79018" y="1097280"/>
            <a:ext cx="4833659" cy="5074920"/>
          </a:xfrm>
          <a:prstGeom prst="roundRect">
            <a:avLst>
              <a:gd name="adj" fmla="val 1513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Swagger: POST /posts documents the three publishing op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2170" y="1170432"/>
            <a:ext cx="4687355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3 · Schemas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/posts: Publish Now, Save as Draft and Schedule responses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642398" y="1097280"/>
            <a:ext cx="690690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POST /posts: Publish Now, Save as Draft and Schedule respon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550" y="1170432"/>
            <a:ext cx="6760596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4 · Create API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or missing scheduled_at is rejected with a clear 422 error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74946" y="1097280"/>
            <a:ext cx="6241803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Past or missing scheduled_at is rejected with a clear 422 err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98" y="1170432"/>
            <a:ext cx="6095499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4 · Create API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Unpublishing refused (409), other authors blocked (403), no login (401)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155524" y="1097280"/>
            <a:ext cx="7880648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Unpublishing refused (409), other authors blocked (403), no login (40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676" y="1170432"/>
            <a:ext cx="7734344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5 · Update API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/posts: draft → scheduled → rescheduled → draft → published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43402" y="1097280"/>
            <a:ext cx="530489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PUT /posts: draft → scheduled → rescheduled → draft → publish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6554" y="1170432"/>
            <a:ext cx="5158588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5 · Update API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and future scheduled posts are hidden from the public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095210" y="1097280"/>
            <a:ext cx="6001275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Drafts and future scheduled posts are hidden from the publ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8362" y="1170432"/>
            <a:ext cx="5854971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6 · Visibility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scheduler publishes the post automatically at its time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554917" y="1097280"/>
            <a:ext cx="908186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Background scheduler publishes the post automatically at its ti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069" y="1170432"/>
            <a:ext cx="893555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7 · Auto-publish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signs in to the Inkwell web app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17902" y="1097280"/>
            <a:ext cx="71558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Author signs in to the Inkwell web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054" y="1170432"/>
            <a:ext cx="70095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feed after signing 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17902" y="1097280"/>
            <a:ext cx="71558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Public feed after signing 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054" y="1170432"/>
            <a:ext cx="70095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page: new Publishing options section, Publish Now by default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17902" y="1097280"/>
            <a:ext cx="71558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Write page: new Publishing options section, Publish Now by defa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054" y="1170432"/>
            <a:ext cx="70095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Draft selected: scheduling fields stay hidden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17902" y="1097280"/>
            <a:ext cx="71558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Save as Draft selected: scheduling fields stay hidd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054" y="1170432"/>
            <a:ext cx="70095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Post selected: date and time pickers appear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17902" y="1097280"/>
            <a:ext cx="71558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Schedule Post selected: date and time pickers app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054" y="1170432"/>
            <a:ext cx="70095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date and time blocked with a clear validation message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17902" y="1097280"/>
            <a:ext cx="71558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Past date and time blocked with a clear validation mess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054" y="1170432"/>
            <a:ext cx="70095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date blocked: “Choose a date to schedule your story.”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789417"/>
            <a:ext cx="11277295" cy="3690646"/>
          </a:xfrm>
          <a:prstGeom prst="roundRect">
            <a:avLst>
              <a:gd name="adj" fmla="val 1982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Missing date blocked: “Choose a date to schedule your story.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62569"/>
            <a:ext cx="11130991" cy="35443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future date and time chosen, local timezone shown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17902" y="1097280"/>
            <a:ext cx="71558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Valid future date and time chosen, local timezone sh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054" y="1170432"/>
            <a:ext cx="70095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scheduled: confirmation toast and Scheduled badge in My posts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17902" y="1097280"/>
            <a:ext cx="71558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Post scheduled: confirmation toast and Scheduled badge in My pos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054" y="1170432"/>
            <a:ext cx="70095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saved: “Only you can see it” confirmation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17902" y="1097280"/>
            <a:ext cx="71558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Draft saved: “Only you can see it” confirm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054" y="1170432"/>
            <a:ext cx="70095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44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 scheduled post: Schedule Post pre-selected with its date and time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17902" y="1097280"/>
            <a:ext cx="71558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Editing a scheduled post: Schedule Post pre-selected with its date and ti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054" y="1170432"/>
            <a:ext cx="70095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 published post: Save as Draft and Schedule Post are locked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17902" y="1097280"/>
            <a:ext cx="71558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Editing a published post: Save as Draft and Schedule Post are loc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054" y="1170432"/>
            <a:ext cx="70095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44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view: publishing options and date/time pickers stack neatly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883975" y="1097280"/>
            <a:ext cx="2423745" cy="507492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Mobile view: publishing options and date/time pickers stack neat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7127" y="1170432"/>
            <a:ext cx="2277441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8 · Editor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posts: Draft, Scheduled and Published badges with their dates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28795" y="1097280"/>
            <a:ext cx="5734106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My posts: Draft, Scheduled and Published badges with their d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1947" y="1170432"/>
            <a:ext cx="5587802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9 · My posts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44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user's search cannot find the scheduled post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17902" y="1097280"/>
            <a:ext cx="7155891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Another user's search cannot find the scheduled po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054" y="1170432"/>
            <a:ext cx="7009587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9 · My posts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44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posts with publishing status on mobile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883975" y="1097280"/>
            <a:ext cx="2423745" cy="507492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My posts with publishing status on 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7127" y="1170432"/>
            <a:ext cx="2277441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9 · My posts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44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posts with publishing status on mobile in dark mode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883975" y="1097280"/>
            <a:ext cx="2423745" cy="507492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My posts with publishing status on mobile in dark m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7127" y="1170432"/>
            <a:ext cx="2277441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9 · My posts UI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44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review: every scheduling case returns a friendly message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052365"/>
            <a:ext cx="11277295" cy="3164749"/>
          </a:xfrm>
          <a:prstGeom prst="roundRect">
            <a:avLst>
              <a:gd name="adj" fmla="val 231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Validation review: every scheduling case returns a friendly mess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125517"/>
            <a:ext cx="11130991" cy="301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10 · Validation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10–11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scheduled-publishing test files pass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12924"/>
            <a:ext cx="11277295" cy="2043632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All scheduled-publishing test files p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686076"/>
            <a:ext cx="11130991" cy="1897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10–11 · Validation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test suite: checklist items 1–22 all pass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13327" y="1097280"/>
            <a:ext cx="736504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Feature test suite: checklist items 1–22 all p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6479" y="1170432"/>
            <a:ext cx="7218738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11 · Tests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44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regression of existing features (part 1 of 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35214" y="1097280"/>
            <a:ext cx="5521267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Live regression of existing features (part 1 of 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8366" y="1170432"/>
            <a:ext cx="5374963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12 · Regression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44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regression of existing features (part 2 of 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27856" y="1097280"/>
            <a:ext cx="513598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Live regression of existing features (part 2 of 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1008" y="1170432"/>
            <a:ext cx="4989678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12 · Regression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44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regression: all scheduled publishing checks pass (109/109)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763747" y="1097280"/>
            <a:ext cx="4664202" cy="5074920"/>
          </a:xfrm>
          <a:prstGeom prst="roundRect">
            <a:avLst>
              <a:gd name="adj" fmla="val 1568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Live regression: all scheduled publishing checks pass (109/10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6899" y="1170432"/>
            <a:ext cx="4517898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12 · Regression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44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test suite: 1242 passed, 0 failed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515625"/>
            <a:ext cx="11277295" cy="2238230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Complete project test suite: 1242 passed, 0 fai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588777"/>
            <a:ext cx="11130991" cy="20919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12 · Regression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SCHEDULED_PUBLISHING.md overview and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11957" y="1097280"/>
            <a:ext cx="556778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Documentation: SCHEDULED_PUBLISHING.md overview and work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5109" y="1170432"/>
            <a:ext cx="5421478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13 · Docs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44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publishing statuses, options and the create API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11957" y="1097280"/>
            <a:ext cx="556778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Documentation: publishing statuses, options and the create 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5109" y="1170432"/>
            <a:ext cx="5421478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13 · Docs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44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visibility rules and the automatic publishing mechanism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11957" y="1097280"/>
            <a:ext cx="556778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Documentation: visibility rules and the automatic publishing mechanis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5109" y="1170432"/>
            <a:ext cx="5421478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13 · Docs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44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10896"/>
            <a:ext cx="9768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API examples and the UI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11957" y="1097280"/>
            <a:ext cx="556778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Documentation: API examples and the UI work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5109" y="1170432"/>
            <a:ext cx="5421478" cy="4928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Blog Publishing · Step 13 · Docs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628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Scheduled Blog Publishing - Step-by-step Screenshots</dc:title>
  <dc:subject>PptxGenJS Presentation</dc:subject>
  <dc:creator>Blog Management API</dc:creator>
  <cp:lastModifiedBy>Blog Management API</cp:lastModifiedBy>
  <cp:revision>1</cp:revision>
  <dcterms:created xsi:type="dcterms:W3CDTF">2026-09-28T10:39:12Z</dcterms:created>
  <dcterms:modified xsi:type="dcterms:W3CDTF">2026-09-28T10:39:12Z</dcterms:modified>
</cp:coreProperties>
</file>