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0230" y="100584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1023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Center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Screenshots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Swagger: GET /notifications/ Endpoint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5" name="Image 0" descr="C:/Blog Management API/blog_api/screenshots/sub_swagger_get_notific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1371600"/>
            <a:ext cx="658368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Swagger: Mark Notification as Read Endpoint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5" name="Image 0" descr="C:/Blog Management API/blog_api/screenshots/sub_swagger_mark_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4008" y="1371600"/>
            <a:ext cx="658368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Bell with Unread Count Badge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5" name="Image 0" descr="C:/Blog Management API/blog_api/screenshots/sub_bell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860" y="1371600"/>
            <a:ext cx="6665976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Dropdown Showing Recent Notifications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5" name="Image 0" descr="C:/Blog Management API/blog_api/screenshots/sub_dro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860" y="1371600"/>
            <a:ext cx="6665976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After Marking All Notifications as Read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5" name="Image 0" descr="C:/Blog Management API/blog_api/screenshots/sub_mark_all_read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860" y="1371600"/>
            <a:ext cx="6665976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Table in the PostgreSQL Database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5" name="Image 0" descr="C:/Blog Management API/blog_api/screenshots/notification_db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581" y="1371600"/>
            <a:ext cx="9132534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Swagger: All Four Notification Endpoints Registered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pic>
        <p:nvPicPr>
          <p:cNvPr id="5" name="Image 0" descr="C:/Blog Management API/blog_api/screenshots/Screenshot (38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Swagger: Notifications Grouped With the Rest of the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pic>
        <p:nvPicPr>
          <p:cNvPr id="5" name="Image 0" descr="C:/Blog Management API/blog_api/screenshots/Screenshot (38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Test Post via Swagger (POST /posts)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pic>
        <p:nvPicPr>
          <p:cNvPr id="5" name="Image 0" descr="C:/Blog Management API/blog_api/screenshots/Screenshot (38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Liking the Test Post via Swagger (POST /posts/{id}/like)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pic>
        <p:nvPicPr>
          <p:cNvPr id="5" name="Image 0" descr="C:/Blog Management API/blog_api/screenshots/Screenshot (38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Commenting on the Test Post via Swagger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pic>
        <p:nvPicPr>
          <p:cNvPr id="5" name="Image 0" descr="C:/Blog Management API/blog_api/screenshots/Screenshot (384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/notifications/ Returns All Notification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pic>
        <p:nvPicPr>
          <p:cNvPr id="5" name="Image 0" descr="C:/Blog Management API/blog_api/screenshots/Screenshot (38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Mark-All-As-Read via Swagger (PATCH /notifications/read-all)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pic>
        <p:nvPicPr>
          <p:cNvPr id="5" name="Image 0" descr="C:/Blog Management API/blog_api/screenshots/Screenshot (38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a Notification as Unread via Swagger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pic>
        <p:nvPicPr>
          <p:cNvPr id="5" name="Image 0" descr="C:/Blog Management API/blog_api/screenshots/Screenshot (38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an Individual Notification as Read via Swagger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pic>
        <p:nvPicPr>
          <p:cNvPr id="5" name="Image 0" descr="C:/Blog Management API/blog_api/screenshots/Screenshot (388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Bell Badge on the Live Dashboard (View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pic>
        <p:nvPicPr>
          <p:cNvPr id="5" name="Image 0" descr="C:/Blog Management API/blog_api/screenshots/Screenshot (38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Bell Badge on the Live Dashboard (View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pic>
        <p:nvPicPr>
          <p:cNvPr id="5" name="Image 0" descr="C:/Blog Management API/blog_api/screenshots/Screenshot (39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Dropdown Open on the Live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pic>
        <p:nvPicPr>
          <p:cNvPr id="5" name="Image 0" descr="C:/Blog Management API/blog_api/screenshots/Screenshot (39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User Sees No Notifications (Isolation Check)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pic>
        <p:nvPicPr>
          <p:cNvPr id="5" name="Image 0" descr="C:/Blog Management API/blog_api/screenshots/Screenshot (392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Test User's Dashboard With Zero Unread Notifications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277295" y="411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77295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pic>
        <p:nvPicPr>
          <p:cNvPr id="5" name="Image 0" descr="C:/Blog Management API/blog_api/screenshots/Screenshot (39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371600"/>
            <a:ext cx="8778240" cy="4937760"/>
          </a:xfrm>
          <a:prstGeom prst="rect">
            <a:avLst/>
          </a:prstGeom>
          <a:effectLst>
            <a:outerShdw sx="100000" sy="100000" kx="0" ky="0" algn="bl" rotWithShape="0" blurRad="76200" dist="38100" dir="5400000">
              <a:srgbClr val="666666">
                <a:alpha val="3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2026-09-23T11:48:26Z</dcterms:created>
  <dcterms:modified xsi:type="dcterms:W3CDTF">2026-09-23T11:48:26Z</dcterms:modified>
</cp:coreProperties>
</file>