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Blog Management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CAF50"/>
                </a:solidFill>
              </a:defRPr>
            </a:pPr>
            <a:r>
              <a:t>Live Demo — Endpoints, Testing &amp; 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All Endpoints (Swagger UI)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CAF50"/>
                </a:solidFill>
              </a:defRPr>
            </a:pPr>
            <a:r>
              <a:t>Overview</a:t>
            </a:r>
          </a:p>
        </p:txBody>
      </p:sp>
      <p:pic>
        <p:nvPicPr>
          <p:cNvPr id="6" name="Picture 5" descr="Screenshot (35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127" y="822960"/>
            <a:ext cx="999744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Register a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CAF50"/>
                </a:solidFill>
              </a:defRPr>
            </a:pPr>
            <a:r>
              <a:t>Auth</a:t>
            </a:r>
          </a:p>
        </p:txBody>
      </p:sp>
      <p:pic>
        <p:nvPicPr>
          <p:cNvPr id="6" name="Picture 5" descr="Screenshot (32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127" y="822960"/>
            <a:ext cx="999744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Login — JWT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CAF50"/>
                </a:solidFill>
              </a:defRPr>
            </a:pPr>
            <a:r>
              <a:t>Auth</a:t>
            </a:r>
          </a:p>
        </p:txBody>
      </p:sp>
      <p:pic>
        <p:nvPicPr>
          <p:cNvPr id="6" name="Picture 5" descr="Screenshot (31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127" y="822960"/>
            <a:ext cx="999744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Create Post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CAF50"/>
                </a:solidFill>
              </a:defRPr>
            </a:pPr>
            <a:r>
              <a:t>Posts</a:t>
            </a:r>
          </a:p>
        </p:txBody>
      </p:sp>
      <p:pic>
        <p:nvPicPr>
          <p:cNvPr id="6" name="Picture 5" descr="Pagination_Demo_1a_Create_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701" y="822960"/>
            <a:ext cx="3868293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Upload Post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CAF50"/>
                </a:solidFill>
              </a:defRPr>
            </a:pPr>
            <a:r>
              <a:t>Posts</a:t>
            </a:r>
          </a:p>
        </p:txBody>
      </p:sp>
      <p:pic>
        <p:nvPicPr>
          <p:cNvPr id="6" name="Picture 5" descr="Pagination_Demo_1b_Image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999" y="822960"/>
            <a:ext cx="4137696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Pagination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CAF50"/>
                </a:solidFill>
              </a:defRPr>
            </a:pPr>
            <a:r>
              <a:t>Posts</a:t>
            </a:r>
          </a:p>
        </p:txBody>
      </p:sp>
      <p:pic>
        <p:nvPicPr>
          <p:cNvPr id="6" name="Picture 5" descr="Pagination_Demo_2_Pag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125" y="822960"/>
            <a:ext cx="3451444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Search + Pagination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CAF50"/>
                </a:solidFill>
              </a:defRPr>
            </a:pPr>
            <a:r>
              <a:t>Posts</a:t>
            </a:r>
          </a:p>
        </p:txBody>
      </p:sp>
      <p:pic>
        <p:nvPicPr>
          <p:cNvPr id="6" name="Picture 5" descr="Pagination_Demo_3_Search_Pag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119" y="822960"/>
            <a:ext cx="3471457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Add Comment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CAF50"/>
                </a:solidFill>
              </a:defRPr>
            </a:pPr>
            <a:r>
              <a:t>Comments</a:t>
            </a:r>
          </a:p>
        </p:txBody>
      </p:sp>
      <p:pic>
        <p:nvPicPr>
          <p:cNvPr id="6" name="Picture 5" descr="Screenshot (33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127" y="822960"/>
            <a:ext cx="999744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Like a Post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CAF50"/>
                </a:solidFill>
              </a:defRPr>
            </a:pPr>
            <a:r>
              <a:t>Likes</a:t>
            </a:r>
          </a:p>
        </p:txBody>
      </p:sp>
      <p:pic>
        <p:nvPicPr>
          <p:cNvPr id="6" name="Picture 5" descr="Screenshot (33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127" y="822960"/>
            <a:ext cx="999744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Email Notification Received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CAF50"/>
                </a:solidFill>
              </a:defRPr>
            </a:pPr>
            <a:r>
              <a:t>Notifications</a:t>
            </a:r>
          </a:p>
        </p:txBody>
      </p:sp>
      <p:pic>
        <p:nvPicPr>
          <p:cNvPr id="6" name="Picture 5" descr="Screenshot (34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127" y="822960"/>
            <a:ext cx="999744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Users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CAF50"/>
                </a:solidFill>
              </a:defRPr>
            </a:pPr>
            <a:r>
              <a:t>Database</a:t>
            </a:r>
          </a:p>
        </p:txBody>
      </p:sp>
      <p:pic>
        <p:nvPicPr>
          <p:cNvPr id="6" name="Picture 5" descr="Screenshot (35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88343"/>
            <a:ext cx="11247120" cy="42927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Posts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CAF50"/>
                </a:solidFill>
              </a:defRPr>
            </a:pPr>
            <a:r>
              <a:t>Database</a:t>
            </a:r>
          </a:p>
        </p:txBody>
      </p:sp>
      <p:pic>
        <p:nvPicPr>
          <p:cNvPr id="6" name="Picture 5" descr="Screenshot (35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170682"/>
            <a:ext cx="11247120" cy="49281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Comments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CAF50"/>
                </a:solidFill>
              </a:defRPr>
            </a:pPr>
            <a:r>
              <a:t>Database</a:t>
            </a:r>
          </a:p>
        </p:txBody>
      </p:sp>
      <p:pic>
        <p:nvPicPr>
          <p:cNvPr id="6" name="Picture 5" descr="Screenshot (34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239195"/>
            <a:ext cx="11247120" cy="47910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Likes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CAF50"/>
                </a:solidFill>
              </a:defRPr>
            </a:pPr>
            <a:r>
              <a:t>Database</a:t>
            </a:r>
          </a:p>
        </p:txBody>
      </p:sp>
      <p:pic>
        <p:nvPicPr>
          <p:cNvPr id="6" name="Picture 5" descr="Screenshot (35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897515"/>
            <a:ext cx="11247120" cy="5474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Demo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CAF50"/>
                </a:solidFill>
              </a:defRPr>
            </a:pPr>
            <a:r>
              <a:t>All endpoints tested end-to-end with real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