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page: email/password plus Google, Facebook and Auth0 buttons
Screenshot file: Inkwell_Blog_Screenshots/01_login_page.png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up form for a new Inkwell account
Screenshot file: Inkwell_Blog_Screenshots/02_signup_form.png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with Google opens Google's sign-in through Auth0
Screenshot file: Inkwell_Blog_Screenshots/03_google_signin.png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with Facebook opens Facebook's login through Auth0
Screenshot file: Inkwell_Blog_Screenshots/04_facebook_login.png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with Auth0 opens Auth0's own sign-in page
Screenshot file: Inkwell_Blog_Screenshots/05_auth0_signin.png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log: your real Google and Facebook logins both succeeded
Screenshot file: Inkwell_Blog_Screenshots/06_server_log_real_logins.png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Feed: signed in as gmail_owner with the latest stories
Screenshot file: Inkwell_Blog_Screenshots/07_feed_signed_in.png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Feed: story cards with cover images and colourful covers
Screenshot file: Inkwell_Blog_Screenshots/08_feed_more_stories.png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Search: stories matching a keyword
Screenshot file: Inkwell_Blog_Screenshots/09_search_results.png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a full story with its cover image
Screenshot file: Inkwell_Blog_Screenshots/10_reader_with_image.png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posts: gmail_owner's published story with View, Edit and Delete
Screenshot file: Inkwell_Blog_Screenshots/11_my_posts.png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gmail_owner's story with its comments
Screenshot file: Inkwell_Blog_Screenshots/12_reader_comments.png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Write: title, story editor and cover image picker
Screenshot file: Inkwell_Blog_Screenshots/13_write_page.png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Analytics: colourful stat tiles and live charts
Screenshot file: Inkwell_Blog_Screenshots/14_analytics.png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Notifications panel from the bell icon
Screenshot file: Inkwell_Blog_Screenshots/15_notifications.png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view: feed with scrollable tabs
Screenshot file: Inkwell_Blog_Screenshots/16_phone_feed.png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mode follows the device setting
Screenshot file: Inkwell_Blog_Screenshots/17_dark_mode.png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Logged out: back to the Inkwell login page
Screenshot file: Inkwell_Blog_Screenshots/18_logged_out.png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gmail_owner has both Google and Facebook linked
Screenshot file: Inkwell_Blog_Screenshots/19_db_gmail_owner_both_logins.png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user_auth0_identities table with every linked social login
Screenshot file: Inkwell_Blog_Screenshots/20_db_linked_logins_table.png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posts table behind the Inkwell feed
Screenshot file: Inkwell_Blog_Screenshots/21_db_posts_table.png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integrity checks pass and record counts
Screenshot file: Inkwell_Blog_Screenshots/22_db_integrity_counts.png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Migrations at head and the full test suite passing
Screenshot file: Inkwell_Blog_Screenshots/23_migrations_and_tests.png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754880" cy="4754880"/>
          </a:xfrm>
          <a:prstGeom prst="ellipse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Inkwell Blog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redesigned blog app and dashboard: sign-in options, feed, reading, writing, analytics and database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screenshots  |  one account for Google and Facebook: gmail_owner (anushreestackly@gmail.com)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page: email/password plus Google, Facebook and Auth0 buttons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Login page: email/password plus Google, Facebook and Auth0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form for a new Inkwell account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ign up form for a new Inkwell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Google opens Google's sign-in through Auth0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Continue with Google opens Google's sign-in through Auth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Facebook opens Facebook's login through Auth0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Continue with Facebook opens Facebook's login through Auth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Auth0 opens Auth0's own sign-in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Continue with Auth0 opens Auth0's own sign-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log: your real Google and Facebook logins both succeeded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1777010"/>
            <a:ext cx="11439144" cy="3797756"/>
          </a:xfrm>
          <a:prstGeom prst="roundRect">
            <a:avLst>
              <a:gd name="adj" fmla="val 1445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erver log: your real Google and Facebook logins both succee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13586"/>
            <a:ext cx="11365992" cy="37246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signed in as gmail_owner with the latest stories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Feed: signed in as gmail_owner with the latest sto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story cards with cover images and colourful covers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Feed: story cards with cover images and colourful co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stories matching a keyword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Search: stories matching a keyw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full story with its cover image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Reading a full story with its cover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posts: gmail_owner's published story with View, Edit and Delete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y posts: gmail_owner's published story with View, Edit and Del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gmail_owner's story with its comments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Reading gmail_owner's story with its 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title, story editor and cover image picker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Write: title, story editor and cover image pi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colourful stat tiles and live charts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33856" y="896112"/>
            <a:ext cx="7321240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Analytics: colourful stat tiles and live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432" y="932688"/>
            <a:ext cx="7248088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panel from the bell icon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Notifications panel from the bel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view: feed with scrollable tabs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90308" y="896112"/>
            <a:ext cx="2608337" cy="5559552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Phone view: feed with scrollable ta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884" y="932688"/>
            <a:ext cx="2535185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follows the device setting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ark mode follows the device set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out: back to the Inkwell login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68780" y="896112"/>
            <a:ext cx="8851392" cy="5559552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Logged out: back to the Inkwell log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932688"/>
            <a:ext cx="8778240" cy="5486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gmail_owner has both Google and Facebook linked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2582330"/>
            <a:ext cx="11439144" cy="2187117"/>
          </a:xfrm>
          <a:prstGeom prst="roundRect">
            <a:avLst>
              <a:gd name="adj" fmla="val 2509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atabase: gmail_owner has both Google and Facebook lin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18906"/>
            <a:ext cx="11365992" cy="21139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user_auth0_identities table with every linked social login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2262032"/>
            <a:ext cx="11439144" cy="2827712"/>
          </a:xfrm>
          <a:prstGeom prst="roundRect">
            <a:avLst>
              <a:gd name="adj" fmla="val 1940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atabase: user_auth0_identities table with every linked social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98608"/>
            <a:ext cx="11365992" cy="275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posts table behind the Inkwell feed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1301139"/>
            <a:ext cx="11439144" cy="4749498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atabase: posts table behind the Inkwell f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7715"/>
            <a:ext cx="11365992" cy="46763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integrity checks pass and record counts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1873099"/>
            <a:ext cx="11439144" cy="3605578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Database: integrity checks pass and record cou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09675"/>
            <a:ext cx="11365992" cy="35324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310896" cy="3108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9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94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at head and the full test suite passing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74904" y="2445059"/>
            <a:ext cx="11439144" cy="2461658"/>
          </a:xfrm>
          <a:prstGeom prst="roundRect">
            <a:avLst>
              <a:gd name="adj" fmla="val 2229"/>
            </a:avLst>
          </a:prstGeom>
          <a:solidFill>
            <a:srgbClr val="FFFFFF"/>
          </a:solidFill>
          <a:ln w="12700">
            <a:solidFill>
              <a:srgbClr val="E6E0F5"/>
            </a:solidFill>
            <a:prstDash val="solid"/>
          </a:ln>
          <a:effectLst>
            <a:outerShdw sx="100000" sy="100000" kx="0" ky="0" algn="bl" rotWithShape="0" blurRad="101600" dist="38100" dir="5400000">
              <a:srgbClr val="4C1D95">
                <a:alpha val="18000"/>
              </a:srgbClr>
            </a:outerShdw>
          </a:effectLst>
        </p:spPr>
      </p:sp>
      <p:pic>
        <p:nvPicPr>
          <p:cNvPr id="6" name="Image 0" descr="Migrations at head and the full test suite pas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481635"/>
            <a:ext cx="11365992" cy="23885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813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Inkwell Blog - Screenshots</dc:title>
  <dc:subject>PptxGenJS Presentation</dc:subject>
  <dc:creator>PptxGenJS</dc:creator>
  <cp:lastModifiedBy>PptxGenJS</cp:lastModifiedBy>
  <cp:revision>1</cp:revision>
  <dcterms:created xsi:type="dcterms:W3CDTF">2026-09-26T05:02:13Z</dcterms:created>
  <dcterms:modified xsi:type="dcterms:W3CDTF">2026-09-26T05:02:13Z</dcterms:modified>
</cp:coreProperties>
</file>