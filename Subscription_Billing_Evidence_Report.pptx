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27327A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27327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MANAGEMENT API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5146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&amp; Billing System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Report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7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end-to-end proof of the subscription-based access-control feature: database relationships, plan and billing data, generated invoices, API verification, and plan-limit validation messages — captured directly from the running application and its real Postgres database.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2026-09-18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Database Schema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198566" y="1344168"/>
            <a:ext cx="5794563" cy="4489704"/>
          </a:xfrm>
          <a:prstGeom prst="roundRect">
            <a:avLst>
              <a:gd name="adj" fmla="val 122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CA3AF">
                <a:alpha val="35000"/>
              </a:srgbClr>
            </a:outerShdw>
          </a:effectLst>
        </p:spPr>
      </p:sp>
      <p:pic>
        <p:nvPicPr>
          <p:cNvPr id="5" name="Image 0" descr="C:\Blog Management API\screen shots\database_er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3158" y="1508760"/>
            <a:ext cx="5465379" cy="4160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961888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tables and every foreign key, generated live from the running Postgres database.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BILLING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Plans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35681" y="1344168"/>
            <a:ext cx="6320333" cy="4489704"/>
          </a:xfrm>
          <a:prstGeom prst="roundRect">
            <a:avLst>
              <a:gd name="adj" fmla="val 122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CA3AF">
                <a:alpha val="35000"/>
              </a:srgbClr>
            </a:outerShdw>
          </a:effectLst>
        </p:spPr>
      </p:sp>
      <p:pic>
        <p:nvPicPr>
          <p:cNvPr id="5" name="Image 0" descr="C:\Blog Management API\screen shots\django_admin_subscription_pl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0273" y="1508760"/>
            <a:ext cx="5991149" cy="4160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961888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Basic, Premium and Pro with post/image/like/comment limits and INR pricing.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BILLING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History Records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35681" y="1344168"/>
            <a:ext cx="6320333" cy="4489704"/>
          </a:xfrm>
          <a:prstGeom prst="roundRect">
            <a:avLst>
              <a:gd name="adj" fmla="val 122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CA3AF">
                <a:alpha val="35000"/>
              </a:srgbClr>
            </a:outerShdw>
          </a:effectLst>
        </p:spPr>
      </p:sp>
      <p:pic>
        <p:nvPicPr>
          <p:cNvPr id="5" name="Image 0" descr="C:\Blog Management API\screen shots\django_admin_billing_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0273" y="1508760"/>
            <a:ext cx="5991149" cy="4160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961888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billing records — user, plan, transaction ID, amount, and status.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INVOICES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— Basic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34944" y="1344168"/>
            <a:ext cx="5321808" cy="4489704"/>
          </a:xfrm>
          <a:prstGeom prst="roundRect">
            <a:avLst>
              <a:gd name="adj" fmla="val 122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CA3AF">
                <a:alpha val="35000"/>
              </a:srgbClr>
            </a:outerShdw>
          </a:effectLst>
        </p:spPr>
      </p:sp>
      <p:pic>
        <p:nvPicPr>
          <p:cNvPr id="5" name="Image 0" descr="C:\Blog Management API\screen shots\generated_invoice_ba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9536" y="1508760"/>
            <a:ext cx="4992624" cy="4160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961888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Live-generated invoice PDF for a Basic subscription (Rs. 499.00).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INVOICES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— Premium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34944" y="1344168"/>
            <a:ext cx="5321808" cy="4489704"/>
          </a:xfrm>
          <a:prstGeom prst="roundRect">
            <a:avLst>
              <a:gd name="adj" fmla="val 122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CA3AF">
                <a:alpha val="35000"/>
              </a:srgbClr>
            </a:outerShdw>
          </a:effectLst>
        </p:spPr>
      </p:sp>
      <p:pic>
        <p:nvPicPr>
          <p:cNvPr id="5" name="Image 0" descr="C:\Blog Management API\screen shots\generated_invoice_premi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9536" y="1508760"/>
            <a:ext cx="4992624" cy="4160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961888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Live-generated invoice PDF for a Premium subscription (Rs. 999.00).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INVOICES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— Pro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34944" y="1344168"/>
            <a:ext cx="5321808" cy="4489704"/>
          </a:xfrm>
          <a:prstGeom prst="roundRect">
            <a:avLst>
              <a:gd name="adj" fmla="val 122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CA3AF">
                <a:alpha val="35000"/>
              </a:srgbClr>
            </a:outerShdw>
          </a:effectLst>
        </p:spPr>
      </p:sp>
      <p:pic>
        <p:nvPicPr>
          <p:cNvPr id="5" name="Image 0" descr="C:\Blog Management API\screen shots\generated_invoice_p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9536" y="1508760"/>
            <a:ext cx="4992624" cy="4160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961888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Live-generated invoice PDF for a Pro subscription (Rs. 1999.00).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VERIFICATION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/subscriptions/plans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40180" y="1344168"/>
            <a:ext cx="3911336" cy="4489704"/>
          </a:xfrm>
          <a:prstGeom prst="roundRect">
            <a:avLst>
              <a:gd name="adj" fmla="val 140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CA3AF">
                <a:alpha val="35000"/>
              </a:srgbClr>
            </a:outerShdw>
          </a:effectLst>
        </p:spPr>
      </p:sp>
      <p:pic>
        <p:nvPicPr>
          <p:cNvPr id="5" name="Image 0" descr="C:\Blog Management API\screen shots\swagger_subscriptions_pl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4772" y="1508760"/>
            <a:ext cx="3582152" cy="4160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961888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200 response listing every active subscription plan.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VERIFICATION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/subscriptions/me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795374" y="1344168"/>
            <a:ext cx="4600948" cy="4489704"/>
          </a:xfrm>
          <a:prstGeom prst="roundRect">
            <a:avLst>
              <a:gd name="adj" fmla="val 122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CA3AF">
                <a:alpha val="35000"/>
              </a:srgbClr>
            </a:outerShdw>
          </a:effectLst>
        </p:spPr>
      </p:sp>
      <p:pic>
        <p:nvPicPr>
          <p:cNvPr id="5" name="Image 0" descr="C:\Blog Management API\screen shots\swagger_subscriptions_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9966" y="1508760"/>
            <a:ext cx="4271764" cy="4160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961888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user's current plan, limits, and subscription status.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VERIFICATION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/subscriptions/usage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98994" y="1344168"/>
            <a:ext cx="3793706" cy="4489704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CA3AF">
                <a:alpha val="35000"/>
              </a:srgbClr>
            </a:outerShdw>
          </a:effectLst>
        </p:spPr>
      </p:sp>
      <p:pic>
        <p:nvPicPr>
          <p:cNvPr id="5" name="Image 0" descr="C:\Blog Management API\screen shots\swagger_subscriptions_u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3586" y="1508760"/>
            <a:ext cx="3464522" cy="4160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961888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Basic-plan user shown at exactly their post/image/like/comment limits.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VALIDATION MESSAGES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Limit Exceeded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40276" y="1344168"/>
            <a:ext cx="3111144" cy="4489704"/>
          </a:xfrm>
          <a:prstGeom prst="roundRect">
            <a:avLst>
              <a:gd name="adj" fmla="val 176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CA3AF">
                <a:alpha val="35000"/>
              </a:srgbClr>
            </a:outerShdw>
          </a:effectLst>
        </p:spPr>
      </p:sp>
      <p:pic>
        <p:nvPicPr>
          <p:cNvPr id="5" name="Image 0" descr="C:\Blog Management API\screen shots\swagger_post_limit_excee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4868" y="1508760"/>
            <a:ext cx="2781960" cy="4160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961888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at the post limit with the friendly upgrade message.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VALIDATION MESSAGES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Limit Exceeded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410935" y="1344168"/>
            <a:ext cx="3369825" cy="4489704"/>
          </a:xfrm>
          <a:prstGeom prst="roundRect">
            <a:avLst>
              <a:gd name="adj" fmla="val 1628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CA3AF">
                <a:alpha val="35000"/>
              </a:srgbClr>
            </a:outerShdw>
          </a:effectLst>
        </p:spPr>
      </p:sp>
      <p:pic>
        <p:nvPicPr>
          <p:cNvPr id="5" name="Image 0" descr="C:\Blog Management API\screen shots\swagger_image_limit_excee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27" y="1508760"/>
            <a:ext cx="3040641" cy="4160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961888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at the per-post image limit with the same upgrade message.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VALIDATION MESSAGES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 Limit Exceeded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58352" y="1344168"/>
            <a:ext cx="3874992" cy="4489704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CA3AF">
                <a:alpha val="35000"/>
              </a:srgbClr>
            </a:outerShdw>
          </a:effectLst>
        </p:spPr>
      </p:sp>
      <p:pic>
        <p:nvPicPr>
          <p:cNvPr id="5" name="Image 0" descr="C:\Blog Management API\screen shots\swagger_like_limit_excee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2944" y="1508760"/>
            <a:ext cx="3545808" cy="4160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961888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at the like limit with the same upgrade message.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VALIDATION MESSAGES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Limit Exceeded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9941" y="1344168"/>
            <a:ext cx="3031813" cy="4489704"/>
          </a:xfrm>
          <a:prstGeom prst="roundRect">
            <a:avLst>
              <a:gd name="adj" fmla="val 181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CA3AF">
                <a:alpha val="35000"/>
              </a:srgbClr>
            </a:outerShdw>
          </a:effectLst>
        </p:spPr>
      </p:sp>
      <p:pic>
        <p:nvPicPr>
          <p:cNvPr id="5" name="Image 0" descr="C:\Blog Management API\screen shots\swagger_comment_limit_excee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4533" y="1508760"/>
            <a:ext cx="2702629" cy="4160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961888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at the comment limit with the same upgrade message.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Automated Regression Run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27327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6479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42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169164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27327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66160" y="176479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542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FAILED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69164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7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regressions in existing blog functionality — auth, posts, comments, likes, images, pagination, and search all still pass alongside the new subscription and billing tests.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429000"/>
          <a:ext cx="10881360" cy="2834640"/>
        </p:xfrm>
        <a:graphic>
          <a:graphicData uri="http://schemas.openxmlformats.org/drawingml/2006/table">
            <a:tbl>
              <a:tblPr/>
              <a:tblGrid>
                <a:gridCol w="7223760"/>
                <a:gridCol w="1828800"/>
                <a:gridCol w="1828800"/>
              </a:tblGrid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D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9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blog management (auth, posts, comments, likes, images, pagination, DB)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4E9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4E9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6E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9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 plans &amp;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4E9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4E9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9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 service &amp;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4E9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4E9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6E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9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limit enforcement (post/image/like/comment + validation message)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4E9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4E9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9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&amp; invoices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4E9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4E9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6E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9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 access-control security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4E9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4E9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2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2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27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2026-09-18T07:34:56Z</dcterms:created>
  <dcterms:modified xsi:type="dcterms:W3CDTF">2026-09-18T07:34:56Z</dcterms:modified>
</cp:coreProperties>
</file>